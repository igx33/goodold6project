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Igor Mandić</a:t>
            </a:r>
          </a:p>
          <a:p>
            <a:r>
              <a:rPr lang="sr-Latn-RS" dirty="0" smtClean="0"/>
              <a:t>RA 30/2013</a:t>
            </a:r>
            <a:endParaRPr lang="sr-Latn-R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Generi</a:t>
            </a:r>
            <a:r>
              <a:rPr lang="sr-Latn-RS" dirty="0" smtClean="0"/>
              <a:t>čki projekat za oc</a:t>
            </a:r>
            <a:r>
              <a:rPr lang="en-US" dirty="0" smtClean="0"/>
              <a:t>j</a:t>
            </a:r>
            <a:r>
              <a:rPr lang="sr-Latn-RS" dirty="0" smtClean="0"/>
              <a:t>enu 6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87266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Video </a:t>
            </a:r>
            <a:r>
              <a:rPr lang="en-US" dirty="0" err="1" smtClean="0"/>
              <a:t>zapis</a:t>
            </a:r>
            <a:r>
              <a:rPr lang="en-US" dirty="0" smtClean="0"/>
              <a:t> </a:t>
            </a:r>
            <a:r>
              <a:rPr lang="en-US" dirty="0" err="1" smtClean="0"/>
              <a:t>posjeduje</a:t>
            </a:r>
            <a:r>
              <a:rPr lang="en-US" dirty="0" smtClean="0"/>
              <a:t> </a:t>
            </a:r>
            <a:r>
              <a:rPr lang="en-US" dirty="0" err="1" smtClean="0"/>
              <a:t>jednu</a:t>
            </a:r>
            <a:r>
              <a:rPr lang="en-US" dirty="0" smtClean="0"/>
              <a:t> </a:t>
            </a:r>
            <a:r>
              <a:rPr lang="en-US" dirty="0" err="1" smtClean="0"/>
              <a:t>liniju</a:t>
            </a:r>
            <a:r>
              <a:rPr lang="en-US" dirty="0" smtClean="0"/>
              <a:t> </a:t>
            </a:r>
            <a:r>
              <a:rPr lang="en-US" dirty="0" err="1" smtClean="0"/>
              <a:t>koja</a:t>
            </a:r>
            <a:r>
              <a:rPr lang="en-US" dirty="0" smtClean="0"/>
              <a:t> se </a:t>
            </a:r>
            <a:r>
              <a:rPr lang="en-US" dirty="0" err="1" smtClean="0"/>
              <a:t>uvijek</a:t>
            </a:r>
            <a:r>
              <a:rPr lang="en-US" dirty="0" smtClean="0"/>
              <a:t> </a:t>
            </a:r>
            <a:r>
              <a:rPr lang="en-US" dirty="0" err="1" smtClean="0"/>
              <a:t>nalazi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istoj</a:t>
            </a:r>
            <a:r>
              <a:rPr lang="en-US" dirty="0" smtClean="0"/>
              <a:t> </a:t>
            </a:r>
            <a:r>
              <a:rPr lang="en-US" dirty="0" err="1" smtClean="0"/>
              <a:t>poziciji</a:t>
            </a:r>
            <a:r>
              <a:rPr lang="en-US" dirty="0" smtClean="0"/>
              <a:t>, </a:t>
            </a:r>
            <a:r>
              <a:rPr lang="en-US" dirty="0" err="1" smtClean="0"/>
              <a:t>iste</a:t>
            </a:r>
            <a:r>
              <a:rPr lang="en-US" dirty="0" smtClean="0"/>
              <a:t> je </a:t>
            </a:r>
            <a:r>
              <a:rPr lang="en-US" dirty="0" err="1" smtClean="0"/>
              <a:t>boje</a:t>
            </a:r>
            <a:r>
              <a:rPr lang="en-US" dirty="0" smtClean="0"/>
              <a:t> i </a:t>
            </a:r>
            <a:r>
              <a:rPr lang="en-US" dirty="0" err="1" smtClean="0"/>
              <a:t>potrebno</a:t>
            </a:r>
            <a:r>
              <a:rPr lang="en-US" dirty="0" smtClean="0"/>
              <a:t> </a:t>
            </a:r>
            <a:r>
              <a:rPr lang="en-US" dirty="0" err="1" smtClean="0"/>
              <a:t>ju</a:t>
            </a:r>
            <a:r>
              <a:rPr lang="en-US" dirty="0" smtClean="0"/>
              <a:t> je </a:t>
            </a:r>
            <a:r>
              <a:rPr lang="en-US" dirty="0" err="1" smtClean="0"/>
              <a:t>detektovati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Video </a:t>
            </a:r>
            <a:r>
              <a:rPr lang="en-US" dirty="0" err="1" smtClean="0"/>
              <a:t>zapis</a:t>
            </a:r>
            <a:r>
              <a:rPr lang="en-US" dirty="0" smtClean="0"/>
              <a:t> </a:t>
            </a:r>
            <a:r>
              <a:rPr lang="en-US" dirty="0" err="1" smtClean="0"/>
              <a:t>sadr</a:t>
            </a:r>
            <a:r>
              <a:rPr lang="sr-Latn-RS" dirty="0" smtClean="0"/>
              <a:t>ži pokretne cifre koje prelaze preko linije</a:t>
            </a:r>
          </a:p>
          <a:p>
            <a:r>
              <a:rPr lang="sr-Latn-RS" dirty="0" smtClean="0"/>
              <a:t>Izvršiti sabiranje svih cifara koje pređu preko linije</a:t>
            </a:r>
          </a:p>
          <a:p>
            <a:r>
              <a:rPr lang="sr-Latn-RS" dirty="0" smtClean="0"/>
              <a:t>Potrebno je postići tačnost prepoznavanja od bar 85%</a:t>
            </a:r>
            <a:endParaRPr lang="sr-Latn-R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Problem: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660579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Odrediti</a:t>
            </a:r>
            <a:r>
              <a:rPr lang="en-US" dirty="0" smtClean="0"/>
              <a:t> </a:t>
            </a:r>
            <a:r>
              <a:rPr lang="en-US" dirty="0" err="1" smtClean="0"/>
              <a:t>parametre</a:t>
            </a:r>
            <a:r>
              <a:rPr lang="en-US" dirty="0" smtClean="0"/>
              <a:t> (</a:t>
            </a:r>
            <a:r>
              <a:rPr lang="en-US" dirty="0" err="1" smtClean="0"/>
              <a:t>pozicije</a:t>
            </a:r>
            <a:r>
              <a:rPr lang="en-US" dirty="0" smtClean="0"/>
              <a:t>) </a:t>
            </a:r>
            <a:r>
              <a:rPr lang="en-US" dirty="0" err="1" smtClean="0"/>
              <a:t>linije</a:t>
            </a:r>
            <a:r>
              <a:rPr lang="en-US" dirty="0" smtClean="0"/>
              <a:t> u video </a:t>
            </a:r>
            <a:r>
              <a:rPr lang="en-US" dirty="0" err="1" smtClean="0"/>
              <a:t>zapisima</a:t>
            </a:r>
            <a:r>
              <a:rPr lang="en-US" dirty="0" smtClean="0"/>
              <a:t> </a:t>
            </a:r>
            <a:r>
              <a:rPr lang="en-US" dirty="0" err="1" smtClean="0"/>
              <a:t>uz</a:t>
            </a:r>
            <a:r>
              <a:rPr lang="en-US" dirty="0" smtClean="0"/>
              <a:t> </a:t>
            </a:r>
            <a:r>
              <a:rPr lang="en-US" dirty="0" err="1" smtClean="0"/>
              <a:t>pomo</a:t>
            </a:r>
            <a:r>
              <a:rPr lang="sr-Latn-RS" dirty="0" smtClean="0"/>
              <a:t>ć Hough transformacije.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Prilagoditi MNIST dataset tako da svi elementi dataseta budu formata 28x28, te da brojevi budu uz desni donji ćošak kvadrata kako bi se osigurala dobra preciznost pri provjeri.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Učitati video te pratiti pozicije pomjerajućih brojeva u videou.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Ukoliko neki od pomjerajućih brojeva pređe liniju, zapamtiti njegove osobine, isjeći ga i proslijediti ga na obradu. </a:t>
            </a:r>
            <a:endParaRPr lang="sr-Latn-R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Rješenje: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60239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sr-Latn-RS" dirty="0" smtClean="0"/>
              <a:t>Tokom obrade, isječeni pomjerajući broj se</a:t>
            </a:r>
            <a:r>
              <a:rPr lang="en-US" dirty="0" smtClean="0"/>
              <a:t> </a:t>
            </a:r>
            <a:r>
              <a:rPr lang="en-US" dirty="0" err="1" smtClean="0"/>
              <a:t>filrira</a:t>
            </a:r>
            <a:r>
              <a:rPr lang="en-US" dirty="0" smtClean="0"/>
              <a:t> (</a:t>
            </a:r>
            <a:r>
              <a:rPr lang="en-US" dirty="0" err="1" smtClean="0"/>
              <a:t>izoluje</a:t>
            </a:r>
            <a:r>
              <a:rPr lang="en-US" dirty="0" smtClean="0"/>
              <a:t> se od </a:t>
            </a:r>
            <a:r>
              <a:rPr lang="en-US" dirty="0" err="1" smtClean="0"/>
              <a:t>drugih</a:t>
            </a:r>
            <a:r>
              <a:rPr lang="en-US" dirty="0" smtClean="0"/>
              <a:t> </a:t>
            </a:r>
            <a:r>
              <a:rPr lang="en-US" dirty="0" err="1" smtClean="0"/>
              <a:t>slu</a:t>
            </a:r>
            <a:r>
              <a:rPr lang="sr-Latn-RS" dirty="0" smtClean="0"/>
              <a:t>čajno obuhvaćenih elemenata ili boja), pomjera u desni donji ćošak</a:t>
            </a:r>
            <a:r>
              <a:rPr lang="en-US" dirty="0" smtClean="0"/>
              <a:t> (</a:t>
            </a:r>
            <a:r>
              <a:rPr lang="en-US" dirty="0" err="1" smtClean="0"/>
              <a:t>uz</a:t>
            </a:r>
            <a:r>
              <a:rPr lang="en-US" dirty="0" smtClean="0"/>
              <a:t> </a:t>
            </a:r>
            <a:r>
              <a:rPr lang="en-US" dirty="0" err="1" smtClean="0"/>
              <a:t>pomo</a:t>
            </a:r>
            <a:r>
              <a:rPr lang="sr-Latn-RS" dirty="0" smtClean="0"/>
              <a:t>ć regiona) i šalje na detekciju.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sr-Latn-RS" dirty="0" smtClean="0"/>
              <a:t>Detekcija (poređenje sa MNIST datasetom) se vrši tako što se pokušava naći minimalna razlika između piksela isječenog pomjerajućeg broja i elemenata iz MNIST dataseta. Ukoliko ova detekcija zadovolji određene parametre, broj je pronađen i može da se sabere u sumu.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sr-Latn-RS" dirty="0" smtClean="0"/>
              <a:t>Ponoviti korake od 3. pa nadalje dok se ne obrade svi video materijali.</a:t>
            </a:r>
            <a:endParaRPr lang="sr-Latn-R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Rješenje: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014244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Na osnovu validacionog testa utvrđeno je da ovakvo rješenje daje tačnost od 93,5%.</a:t>
            </a:r>
          </a:p>
          <a:p>
            <a:endParaRPr lang="sr-Latn-RS" dirty="0"/>
          </a:p>
          <a:p>
            <a:r>
              <a:rPr lang="sr-Latn-RS" dirty="0" smtClean="0"/>
              <a:t>Mogući problemi koji se mogu javiti su netačno očitani brojevi (vjerovatnoća od 6,5%), te mogućnost da se na slabijim računarima </a:t>
            </a:r>
            <a:r>
              <a:rPr lang="sr-Latn-RS"/>
              <a:t>javi </a:t>
            </a:r>
            <a:r>
              <a:rPr lang="sr-Latn-RS" smtClean="0"/>
              <a:t>donekle usporen rad rješenja.</a:t>
            </a:r>
            <a:endParaRPr lang="sr-Latn-R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Preciznost i mogući problemi: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018962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18</TotalTime>
  <Words>285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Paper</vt:lpstr>
      <vt:lpstr>Generički projekat za ocjenu 6</vt:lpstr>
      <vt:lpstr>Problem:</vt:lpstr>
      <vt:lpstr>Rješenje:</vt:lpstr>
      <vt:lpstr>Rješenje:</vt:lpstr>
      <vt:lpstr>Preciznost i mogući problemi: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Generički projekat za ocjenu 6</dc:title>
  <dc:creator>Igor Mandic</dc:creator>
  <cp:lastModifiedBy>Windows User</cp:lastModifiedBy>
  <cp:revision>6</cp:revision>
  <dcterms:created xsi:type="dcterms:W3CDTF">2006-08-16T00:00:00Z</dcterms:created>
  <dcterms:modified xsi:type="dcterms:W3CDTF">2017-02-19T19:52:45Z</dcterms:modified>
</cp:coreProperties>
</file>